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PPTX -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contains text for slide-wise extraction.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PPTX - 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includes an image for OCR best-effort.</a:t>
            </a:r>
          </a:p>
        </p:txBody>
      </p:sp>
      <p:pic>
        <p:nvPicPr>
          <p:cNvPr id="4" name="Picture 3" descr="sample_ocr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6858000" cy="167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